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Delay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Executive Overview Dashboard</a:t>
            </a:r>
          </a:p>
        </p:txBody>
      </p:sp>
      <p:pic>
        <p:nvPicPr>
          <p:cNvPr id="4" name="Picture 3" descr="Screenshot 2026-06-16 133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8229600" cy="43284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51402"/>
            <a:ext cx="811930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Presentation Script:</a:t>
            </a:r>
          </a:p>
          <a:p>
            <a:pPr lvl="1">
              <a:defRPr sz="1400"/>
            </a:pPr>
            <a:r>
              <a:rPr dirty="0"/>
              <a:t>This dashboard provides a high-level overview of supply chain performance.</a:t>
            </a:r>
          </a:p>
          <a:p>
            <a:pPr lvl="1">
              <a:defRPr sz="1400"/>
            </a:pPr>
            <a:r>
              <a:rPr dirty="0"/>
              <a:t>The company handled 20K total orders with $1.1M shipping cost.</a:t>
            </a:r>
          </a:p>
          <a:p>
            <a:pPr lvl="1">
              <a:defRPr sz="1400"/>
            </a:pPr>
            <a:r>
              <a:rPr dirty="0"/>
              <a:t>SLA breach rate is around 49.94%, which indicates delivery delays.</a:t>
            </a:r>
          </a:p>
          <a:p>
            <a:pPr lvl="1">
              <a:defRPr sz="1400"/>
            </a:pPr>
            <a:r>
              <a:rPr dirty="0"/>
              <a:t>International routes have slightly more delayed orders than domestic routes.</a:t>
            </a:r>
          </a:p>
          <a:p>
            <a:pPr lvl="1">
              <a:defRPr sz="1400"/>
            </a:pPr>
            <a:r>
              <a:rPr dirty="0"/>
              <a:t>FedEx handled the highest number of orders among all carriers.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Delivery Performance Dashboard</a:t>
            </a:r>
          </a:p>
        </p:txBody>
      </p:sp>
      <p:pic>
        <p:nvPicPr>
          <p:cNvPr id="4" name="Picture 3" descr="Screenshot 2026-06-16 133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49" y="571265"/>
            <a:ext cx="8300301" cy="4633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04568"/>
            <a:ext cx="604540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Presentation Script:</a:t>
            </a:r>
          </a:p>
          <a:p>
            <a:pPr lvl="1">
              <a:defRPr sz="1400"/>
            </a:pPr>
            <a:r>
              <a:rPr dirty="0"/>
              <a:t>This dashboard focuses on delivery efficiency and transit performance.</a:t>
            </a:r>
          </a:p>
          <a:p>
            <a:pPr lvl="1">
              <a:defRPr sz="1400"/>
            </a:pPr>
            <a:r>
              <a:rPr dirty="0"/>
              <a:t>On-time delivery percentage is 50.06%.</a:t>
            </a:r>
          </a:p>
          <a:p>
            <a:pPr lvl="1">
              <a:defRPr sz="1400"/>
            </a:pPr>
            <a:r>
              <a:rPr dirty="0"/>
              <a:t>Average delay is 3.43 days and average transit time is 6.51 days.</a:t>
            </a:r>
          </a:p>
          <a:p>
            <a:pPr lvl="1">
              <a:defRPr sz="1400"/>
            </a:pPr>
            <a:r>
              <a:rPr dirty="0"/>
              <a:t>Weather, customs, and warehouse issues contribute to delivery delays.</a:t>
            </a:r>
          </a:p>
          <a:p>
            <a:pPr lvl="1">
              <a:defRPr sz="1400"/>
            </a:pPr>
            <a:r>
              <a:rPr dirty="0"/>
              <a:t>All carriers show similar SLA breach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and Risk Dashboard</a:t>
            </a:r>
          </a:p>
        </p:txBody>
      </p:sp>
      <p:pic>
        <p:nvPicPr>
          <p:cNvPr id="4" name="Picture 3" descr="Screenshot 2026-06-16 133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640080"/>
            <a:ext cx="8319155" cy="4525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7683" y="5165092"/>
            <a:ext cx="62622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Presentation Script:</a:t>
            </a:r>
          </a:p>
          <a:p>
            <a:pPr lvl="1">
              <a:defRPr sz="1400"/>
            </a:pPr>
            <a:r>
              <a:rPr dirty="0"/>
              <a:t>This dashboard analyzes logistics cost and operational risks.</a:t>
            </a:r>
          </a:p>
          <a:p>
            <a:pPr lvl="1">
              <a:defRPr sz="1400"/>
            </a:pPr>
            <a:r>
              <a:rPr dirty="0"/>
              <a:t>Total penalty cost is $68.5K due to delays and SLA breaches.</a:t>
            </a:r>
          </a:p>
          <a:p>
            <a:pPr lvl="1">
              <a:defRPr sz="1400"/>
            </a:pPr>
            <a:r>
              <a:rPr dirty="0"/>
              <a:t>Weather-related delays generated the highest penalty cost.</a:t>
            </a:r>
          </a:p>
          <a:p>
            <a:pPr lvl="1">
              <a:defRPr sz="1400"/>
            </a:pPr>
            <a:r>
              <a:rPr dirty="0"/>
              <a:t>Sea shipping has higher shipping cost compared to road and air transport.</a:t>
            </a:r>
          </a:p>
          <a:p>
            <a:pPr lvl="1">
              <a:defRPr sz="1400"/>
            </a:pPr>
            <a:r>
              <a:rPr dirty="0"/>
              <a:t>High-risk orders percentage is 33.36%.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Warehouse Operation Dashboard</a:t>
            </a:r>
          </a:p>
        </p:txBody>
      </p:sp>
      <p:pic>
        <p:nvPicPr>
          <p:cNvPr id="4" name="Picture 3" descr="Screenshot 2026-06-16 133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61836"/>
            <a:ext cx="8338008" cy="46667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2268" y="5228570"/>
            <a:ext cx="611139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Presentation Script:</a:t>
            </a:r>
          </a:p>
          <a:p>
            <a:pPr lvl="1">
              <a:defRPr sz="1400"/>
            </a:pPr>
            <a:r>
              <a:rPr dirty="0"/>
              <a:t>This dashboard tracks warehouse processing and operational efficiency.</a:t>
            </a:r>
          </a:p>
          <a:p>
            <a:pPr lvl="1">
              <a:defRPr sz="1400"/>
            </a:pPr>
            <a:r>
              <a:rPr dirty="0"/>
              <a:t>Average processing time is 2.5 days.</a:t>
            </a:r>
          </a:p>
          <a:p>
            <a:pPr lvl="1">
              <a:defRPr sz="1400"/>
            </a:pPr>
            <a:r>
              <a:rPr dirty="0"/>
              <a:t>Stockout and disruption rates are close to 50%.</a:t>
            </a:r>
          </a:p>
          <a:p>
            <a:pPr lvl="1">
              <a:defRPr sz="1400"/>
            </a:pPr>
            <a:r>
              <a:rPr dirty="0"/>
              <a:t>North America has higher carrier-related delays.</a:t>
            </a:r>
          </a:p>
          <a:p>
            <a:pPr lvl="1">
              <a:defRPr sz="1400"/>
            </a:pPr>
            <a:r>
              <a:rPr dirty="0"/>
              <a:t>Warehouse WH1 and WH2 show similar performance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Customer Experience Dashboard</a:t>
            </a:r>
          </a:p>
        </p:txBody>
      </p:sp>
      <p:pic>
        <p:nvPicPr>
          <p:cNvPr id="4" name="Picture 3" descr="Screenshot 2026-06-16 133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8229600" cy="46672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243" y="5307290"/>
            <a:ext cx="562120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Presentation Script:</a:t>
            </a:r>
          </a:p>
          <a:p>
            <a:pPr lvl="1">
              <a:defRPr sz="1400"/>
            </a:pPr>
            <a:r>
              <a:rPr dirty="0"/>
              <a:t>This dashboard focuses on customer satisfaction and complaints.</a:t>
            </a:r>
          </a:p>
          <a:p>
            <a:pPr lvl="1">
              <a:defRPr sz="1400"/>
            </a:pPr>
            <a:r>
              <a:rPr dirty="0"/>
              <a:t>Customer satisfaction score is 3 out of 5.</a:t>
            </a:r>
          </a:p>
          <a:p>
            <a:pPr lvl="1">
              <a:defRPr sz="1400"/>
            </a:pPr>
            <a:r>
              <a:rPr dirty="0"/>
              <a:t>Return rate is 50.3% and complaint count is around 10K.</a:t>
            </a:r>
          </a:p>
          <a:p>
            <a:pPr lvl="1">
              <a:defRPr sz="1400"/>
            </a:pPr>
            <a:r>
              <a:rPr dirty="0"/>
              <a:t>Premium and regular customers show similar satisfaction levels.</a:t>
            </a:r>
          </a:p>
          <a:p>
            <a:pPr lvl="1">
              <a:defRPr sz="1400"/>
            </a:pPr>
            <a:r>
              <a:rPr dirty="0"/>
              <a:t>Customer satisfaction remained stable throughout the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Supply chain delays are mainly influenced by weather, warehouse, and customs issues.</a:t>
            </a:r>
          </a:p>
          <a:p>
            <a:pPr lvl="1"/>
            <a:r>
              <a:t>SLA breach rate and delayed orders are close to 50%, indicating improvement opportunities.</a:t>
            </a:r>
          </a:p>
          <a:p>
            <a:pPr lvl="1"/>
            <a:r>
              <a:t>Penalty costs can be reduced by improving warehouse efficiency and delivery planning.</a:t>
            </a:r>
          </a:p>
          <a:p>
            <a:pPr lvl="1"/>
            <a:r>
              <a:t>Customer satisfaction can improve with faster delivery and better issue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341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Supply Chain Delay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 KANTHAN KUMARASAMY</cp:lastModifiedBy>
  <cp:revision>2</cp:revision>
  <dcterms:created xsi:type="dcterms:W3CDTF">2013-01-27T09:14:16Z</dcterms:created>
  <dcterms:modified xsi:type="dcterms:W3CDTF">2026-09-04T09:17:43Z</dcterms:modified>
  <cp:category/>
</cp:coreProperties>
</file>