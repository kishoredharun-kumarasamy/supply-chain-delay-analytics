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Delay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Power BI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64286" y="420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Executive Overview Dashboard</a:t>
            </a:r>
          </a:p>
        </p:txBody>
      </p:sp>
      <p:pic>
        <p:nvPicPr>
          <p:cNvPr id="3" name="Picture 2" descr="Screenshot 2026-06-16 133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731520"/>
            <a:ext cx="8549169" cy="3564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303456"/>
            <a:ext cx="94635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This dashboard gives a complete overview of the supply chain performance.</a:t>
            </a:r>
            <a:br>
              <a:rPr dirty="0"/>
            </a:br>
            <a:br>
              <a:rPr dirty="0"/>
            </a:br>
            <a:r>
              <a:rPr dirty="0"/>
              <a:t>• Total orders are 20K</a:t>
            </a:r>
            <a:br>
              <a:rPr dirty="0"/>
            </a:br>
            <a:r>
              <a:rPr dirty="0"/>
              <a:t>• Shipping cost is 1.1 million dollars</a:t>
            </a:r>
            <a:br>
              <a:rPr dirty="0"/>
            </a:br>
            <a:r>
              <a:rPr dirty="0"/>
              <a:t>• SLA breach rate is 49.94%</a:t>
            </a:r>
            <a:br>
              <a:rPr dirty="0"/>
            </a:br>
            <a:r>
              <a:rPr dirty="0"/>
              <a:t>• Total penalty cost is 68.5K dollars</a:t>
            </a:r>
            <a:br>
              <a:rPr dirty="0"/>
            </a:br>
            <a:br>
              <a:rPr dirty="0"/>
            </a:br>
            <a:r>
              <a:rPr dirty="0"/>
              <a:t>FedEx handled the highest number of orders.</a:t>
            </a:r>
            <a:br>
              <a:rPr dirty="0"/>
            </a:br>
            <a:br>
              <a:rPr dirty="0"/>
            </a:br>
            <a:r>
              <a:rPr dirty="0"/>
              <a:t>This dashboard helps management quickly understand supply chain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53202" y="4147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Delivery Performance Dashboard</a:t>
            </a:r>
          </a:p>
        </p:txBody>
      </p:sp>
      <p:pic>
        <p:nvPicPr>
          <p:cNvPr id="3" name="Picture 2" descr="Screenshot 2026-06-16 133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652864" cy="3608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3249" y="4458236"/>
            <a:ext cx="57550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This dashboard focuses on delivery performance.</a:t>
            </a:r>
            <a:br>
              <a:rPr dirty="0"/>
            </a:br>
            <a:br>
              <a:rPr dirty="0"/>
            </a:br>
            <a:r>
              <a:rPr dirty="0"/>
              <a:t>• On-time delivery percentage is 50.06%</a:t>
            </a:r>
            <a:br>
              <a:rPr dirty="0"/>
            </a:br>
            <a:r>
              <a:rPr dirty="0"/>
              <a:t>• Average delay is 3.43 days</a:t>
            </a:r>
            <a:br>
              <a:rPr dirty="0"/>
            </a:br>
            <a:r>
              <a:rPr dirty="0"/>
              <a:t>• Average transit time is 6.51 days</a:t>
            </a:r>
            <a:br>
              <a:rPr dirty="0"/>
            </a:br>
            <a:br>
              <a:rPr dirty="0"/>
            </a:br>
            <a:r>
              <a:rPr dirty="0"/>
              <a:t>Weather, customs, warehouse, and carrier issues caused delays.</a:t>
            </a:r>
            <a:br>
              <a:rPr dirty="0"/>
            </a:br>
            <a:br>
              <a:rPr dirty="0"/>
            </a:br>
            <a:r>
              <a:rPr dirty="0"/>
              <a:t>This dashboard helps identify delivery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26578" y="59581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Cost and Risk Dashboard</a:t>
            </a:r>
          </a:p>
        </p:txBody>
      </p:sp>
      <p:pic>
        <p:nvPicPr>
          <p:cNvPr id="3" name="Picture 2" descr="Screenshot 2026-06-16 133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699998" cy="35403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753937"/>
            <a:ext cx="58304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This dashboard explains logistics cost and operational risks.</a:t>
            </a:r>
            <a:br>
              <a:rPr dirty="0"/>
            </a:br>
            <a:br>
              <a:rPr dirty="0"/>
            </a:br>
            <a:r>
              <a:rPr dirty="0"/>
              <a:t>• Total penalty cost is 68.5K dollars</a:t>
            </a:r>
            <a:br>
              <a:rPr dirty="0"/>
            </a:br>
            <a:r>
              <a:rPr dirty="0"/>
              <a:t>• Weather delays generated the highest penalty cost</a:t>
            </a:r>
            <a:br>
              <a:rPr dirty="0"/>
            </a:br>
            <a:r>
              <a:rPr dirty="0"/>
              <a:t>• High-risk orders are 33.36%</a:t>
            </a:r>
            <a:br>
              <a:rPr dirty="0"/>
            </a:br>
            <a:br>
              <a:rPr dirty="0"/>
            </a:br>
            <a:r>
              <a:rPr dirty="0"/>
              <a:t>This dashboard helps reduce financial loss and improve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73712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Warehouse Operation Dashboard</a:t>
            </a:r>
          </a:p>
        </p:txBody>
      </p:sp>
      <p:pic>
        <p:nvPicPr>
          <p:cNvPr id="3" name="Picture 2" descr="Screenshot 2026-06-16 133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652864" cy="35635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518501"/>
            <a:ext cx="55005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This dashboard analyzes warehouse efficiency.</a:t>
            </a:r>
            <a:br>
              <a:rPr dirty="0"/>
            </a:br>
            <a:br>
              <a:rPr dirty="0"/>
            </a:br>
            <a:r>
              <a:rPr dirty="0"/>
              <a:t>• Average processing time is 2.5 days</a:t>
            </a:r>
            <a:br>
              <a:rPr dirty="0"/>
            </a:br>
            <a:r>
              <a:rPr dirty="0"/>
              <a:t>• Stockout and disruption rates are close to 50%</a:t>
            </a:r>
            <a:br>
              <a:rPr dirty="0"/>
            </a:br>
            <a:r>
              <a:rPr dirty="0"/>
              <a:t>• North America has higher carrier delays</a:t>
            </a:r>
            <a:br>
              <a:rPr dirty="0"/>
            </a:br>
            <a:br>
              <a:rPr dirty="0"/>
            </a:br>
            <a:r>
              <a:rPr dirty="0"/>
              <a:t>This dashboard supports warehouse improvement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40080" y="10746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Customer Experience Dashboard</a:t>
            </a:r>
          </a:p>
        </p:txBody>
      </p:sp>
      <p:pic>
        <p:nvPicPr>
          <p:cNvPr id="3" name="Picture 2" descr="Screenshot 2026-06-16 133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634010" cy="3594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509184"/>
            <a:ext cx="54156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This dashboard focuses on customer satisfaction.</a:t>
            </a:r>
            <a:br>
              <a:rPr dirty="0"/>
            </a:br>
            <a:br>
              <a:rPr dirty="0"/>
            </a:br>
            <a:r>
              <a:rPr dirty="0"/>
              <a:t>• Satisfaction score is 3 out of 5</a:t>
            </a:r>
            <a:br>
              <a:rPr dirty="0"/>
            </a:br>
            <a:r>
              <a:rPr dirty="0"/>
              <a:t>• Return rate is 50.3%</a:t>
            </a:r>
            <a:br>
              <a:rPr dirty="0"/>
            </a:br>
            <a:r>
              <a:rPr dirty="0"/>
              <a:t>• Complaint count is around 10K</a:t>
            </a:r>
            <a:br>
              <a:rPr dirty="0"/>
            </a:br>
            <a:br>
              <a:rPr dirty="0"/>
            </a:br>
            <a:r>
              <a:rPr dirty="0"/>
              <a:t>Customer satisfaction remained stable throughout the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12" y="52559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212" y="1166018"/>
            <a:ext cx="8229600" cy="4525963"/>
          </a:xfrm>
        </p:spPr>
        <p:txBody>
          <a:bodyPr>
            <a:noAutofit/>
          </a:bodyPr>
          <a:lstStyle/>
          <a:p>
            <a:r>
              <a:rPr sz="2000" dirty="0"/>
              <a:t>To conclude, this Supply Chain Delay Analysis dashboard provides insights into delivery performance, operational risks, warehouse efficiency, and customer satisfaction.</a:t>
            </a:r>
          </a:p>
          <a:p>
            <a:endParaRPr sz="2000" dirty="0"/>
          </a:p>
          <a:p>
            <a:r>
              <a:rPr sz="2000" dirty="0"/>
              <a:t>From this analysis, we identified that weather issues, warehouse delays, and customs processing are the major reasons for delivery delays and penalty costs.</a:t>
            </a:r>
          </a:p>
          <a:p>
            <a:endParaRPr sz="2000" dirty="0"/>
          </a:p>
          <a:p>
            <a:r>
              <a:rPr sz="2000" dirty="0"/>
              <a:t>Using Power BI, the company can monitor KPIs, improve operational planning, reduce SLA breaches, and improve customer satisfaction.</a:t>
            </a:r>
          </a:p>
          <a:p>
            <a:endParaRPr sz="2000" dirty="0"/>
          </a:p>
          <a:p>
            <a:r>
              <a:rPr sz="2000" dirty="0"/>
              <a:t>Overall, this project supports better business decisions and improves supply chain efficiency.</a:t>
            </a:r>
          </a:p>
          <a:p>
            <a:endParaRPr sz="2000" dirty="0"/>
          </a:p>
          <a:p>
            <a:pPr marL="0" indent="0" algn="ctr">
              <a:buNone/>
            </a:pPr>
            <a:r>
              <a:rPr sz="2000" dirty="0"/>
              <a:t>Thank you.</a:t>
            </a:r>
          </a:p>
          <a:p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Supply Chain Delay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 KANTHAN KUMARASAMY</cp:lastModifiedBy>
  <cp:revision>6</cp:revision>
  <dcterms:created xsi:type="dcterms:W3CDTF">2013-01-27T09:14:16Z</dcterms:created>
  <dcterms:modified xsi:type="dcterms:W3CDTF">2026-09-04T09:21:41Z</dcterms:modified>
  <cp:category/>
</cp:coreProperties>
</file>