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Supply Chain Delay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Professional Power BI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Good morning everyone.</a:t>
            </a:r>
          </a:p>
          <a:p/>
          <a:p>
            <a:r>
              <a:t>Today I am going to present my Power BI project called “Supply Chain Delay Analysis”.</a:t>
            </a:r>
          </a:p>
          <a:p/>
          <a:p>
            <a:r>
              <a:t>The objective of this project is to analyze delivery delays, operational risks, warehouse performance, and customer satisfaction.</a:t>
            </a:r>
          </a:p>
          <a:p/>
          <a:p>
            <a:r>
              <a:t>Using this dashboard, the company can identify major delay reasons, reduce penalty costs, and improve supply chain efficiency.</a:t>
            </a: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Executive Overview Dashboard</a:t>
            </a:r>
          </a:p>
        </p:txBody>
      </p:sp>
      <p:pic>
        <p:nvPicPr>
          <p:cNvPr id="3" name="Picture 2" descr="Screenshot 2026-06-16 1331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31520"/>
            <a:ext cx="6400800" cy="35645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0" y="822960"/>
            <a:ext cx="45720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This dashboard gives a complete overview of the supply chain performance.</a:t>
            </a:r>
            <a:br/>
            <a:br/>
            <a:r>
              <a:t>• Total orders are 20K</a:t>
            </a:r>
            <a:br/>
            <a:r>
              <a:t>• Shipping cost is 1.1 million dollars</a:t>
            </a:r>
            <a:br/>
            <a:r>
              <a:t>• SLA breach rate is 49.94%</a:t>
            </a:r>
            <a:br/>
            <a:r>
              <a:t>• Total penalty cost is 68.5K dollars</a:t>
            </a:r>
            <a:br/>
            <a:br/>
            <a:r>
              <a:t>FedEx handled the highest number of orders.</a:t>
            </a:r>
            <a:br/>
            <a:br/>
            <a:r>
              <a:t>This dashboard helps management quickly understand supply chain performance.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Delivery Performance Dashboard</a:t>
            </a:r>
          </a:p>
        </p:txBody>
      </p:sp>
      <p:pic>
        <p:nvPicPr>
          <p:cNvPr id="3" name="Picture 2" descr="Screenshot 2026-06-16 1331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31520"/>
            <a:ext cx="6400800" cy="36083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0" y="822960"/>
            <a:ext cx="45720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This dashboard focuses on delivery performance.</a:t>
            </a:r>
            <a:br/>
            <a:br/>
            <a:r>
              <a:t>• On-time delivery percentage is 50.06%</a:t>
            </a:r>
            <a:br/>
            <a:r>
              <a:t>• Average delay is 3.43 days</a:t>
            </a:r>
            <a:br/>
            <a:r>
              <a:t>• Average transit time is 6.51 days</a:t>
            </a:r>
            <a:br/>
            <a:br/>
            <a:r>
              <a:t>Weather, customs, warehouse, and carrier issues caused delays.</a:t>
            </a:r>
            <a:br/>
            <a:br/>
            <a:r>
              <a:t>This dashboard helps identify delivery bottlenecks.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Cost and Risk Dashboard</a:t>
            </a:r>
          </a:p>
        </p:txBody>
      </p:sp>
      <p:pic>
        <p:nvPicPr>
          <p:cNvPr id="3" name="Picture 2" descr="Screenshot 2026-06-16 1331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31520"/>
            <a:ext cx="6400800" cy="354038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0" y="822960"/>
            <a:ext cx="45720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This dashboard explains logistics cost and operational risks.</a:t>
            </a:r>
            <a:br/>
            <a:br/>
            <a:r>
              <a:t>• Total penalty cost is 68.5K dollars</a:t>
            </a:r>
            <a:br/>
            <a:r>
              <a:t>• Weather delays generated the highest penalty cost</a:t>
            </a:r>
            <a:br/>
            <a:r>
              <a:t>• High-risk orders are 33.36%</a:t>
            </a:r>
            <a:br/>
            <a:br/>
            <a:r>
              <a:t>This dashboard helps reduce financial loss and improve planning.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Warehouse Operation Dashboard</a:t>
            </a:r>
          </a:p>
        </p:txBody>
      </p:sp>
      <p:pic>
        <p:nvPicPr>
          <p:cNvPr id="3" name="Picture 2" descr="Screenshot 2026-06-16 1332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31520"/>
            <a:ext cx="6400800" cy="356356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0" y="822960"/>
            <a:ext cx="45720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This dashboard analyzes warehouse efficiency.</a:t>
            </a:r>
            <a:br/>
            <a:br/>
            <a:r>
              <a:t>• Average processing time is 2.5 days</a:t>
            </a:r>
            <a:br/>
            <a:r>
              <a:t>• Stockout and disruption rates are close to 50%</a:t>
            </a:r>
            <a:br/>
            <a:r>
              <a:t>• North America has higher carrier delays</a:t>
            </a:r>
            <a:br/>
            <a:br/>
            <a:r>
              <a:t>This dashboard supports warehouse improvement decisions.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Customer Experience Dashboard</a:t>
            </a:r>
          </a:p>
        </p:txBody>
      </p:sp>
      <p:pic>
        <p:nvPicPr>
          <p:cNvPr id="3" name="Picture 2" descr="Screenshot 2026-06-16 1332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31520"/>
            <a:ext cx="6400800" cy="35947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0" y="822960"/>
            <a:ext cx="45720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This dashboard focuses on customer satisfaction.</a:t>
            </a:r>
            <a:br/>
            <a:br/>
            <a:r>
              <a:t>• Satisfaction score is 3 out of 5</a:t>
            </a:r>
            <a:br/>
            <a:r>
              <a:t>• Return rate is 50.3%</a:t>
            </a:r>
            <a:br/>
            <a:r>
              <a:t>• Complaint count is around 10K</a:t>
            </a:r>
            <a:br/>
            <a:br/>
            <a:r>
              <a:t>Customer satisfaction remained stable throughout the year.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conclude, this Supply Chain Delay Analysis dashboard provides insights into delivery performance, operational risks, warehouse efficiency, and customer satisfaction.</a:t>
            </a:r>
          </a:p>
          <a:p/>
          <a:p>
            <a:r>
              <a:t>From this analysis, we identified that weather issues, warehouse delays, and customs processing are the major reasons for delivery delays and penalty costs.</a:t>
            </a:r>
          </a:p>
          <a:p/>
          <a:p>
            <a:r>
              <a:t>Using Power BI, the company can monitor KPIs, improve operational planning, reduce SLA breaches, and improve customer satisfaction.</a:t>
            </a:r>
          </a:p>
          <a:p/>
          <a:p>
            <a:r>
              <a:t>Overall, this project supports better business decisions and improves supply chain efficiency.</a:t>
            </a:r>
          </a:p>
          <a:p/>
          <a:p>
            <a:r>
              <a:t>Thank you.</a:t>
            </a:r>
          </a:p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and Answers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Why is the SLA breach rate high?</a:t>
            </a:r>
          </a:p>
          <a:p>
            <a:r>
              <a:t>Because of weather conditions, warehouse delays, and customs processing.</a:t>
            </a:r>
          </a:p>
          <a:p/>
          <a:p>
            <a:r>
              <a:t>2. Which carrier handled the highest orders?</a:t>
            </a:r>
          </a:p>
          <a:p>
            <a:r>
              <a:t>FedEx handled the highest number of orders.</a:t>
            </a:r>
          </a:p>
          <a:p/>
          <a:p>
            <a:r>
              <a:t>3. What is the major reason for penalty cost?</a:t>
            </a:r>
          </a:p>
          <a:p>
            <a:r>
              <a:t>Weather-related delays generated the highest penalty cost.</a:t>
            </a:r>
          </a:p>
          <a:p/>
          <a:p>
            <a:r>
              <a:t>4. How can the company reduce delays?</a:t>
            </a:r>
          </a:p>
          <a:p>
            <a:r>
              <a:t>By improving warehouse operations, route planning, and carrier monitoring.</a:t>
            </a:r>
          </a:p>
          <a:p/>
          <a:p>
            <a:r>
              <a:t>5. Why did you use Power BI?</a:t>
            </a:r>
          </a:p>
          <a:p>
            <a:r>
              <a:t>Power BI provides interactive dashboards and easy business insights.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